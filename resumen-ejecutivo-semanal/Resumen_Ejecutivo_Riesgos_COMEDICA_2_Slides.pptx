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(Circular 23486). Siguen Gobierno Corporativo el 23/10 y 30/10 (Circular 22741) y el Plan de Recuperación el 03/11 (Circular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5341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25399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619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PLD/FT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03/11/2026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Riesgo Específico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127248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33375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438144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2461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77647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995928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995928"/>
            <a:ext cx="1700784" cy="100584"/>
          </a:xfrm>
          <a:prstGeom prst="roundRect">
            <a:avLst>
              <a:gd name="adj" fmla="val 45455"/>
            </a:avLst>
          </a:prstGeom>
          <a:solidFill>
            <a:srgbClr val="5FB3E8"/>
          </a:solidFill>
          <a:ln w="12700">
            <a:solidFill>
              <a:srgbClr val="5FB3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886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98264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709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809744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617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468112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779008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879592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687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1F6FB2"/>
            </a:solidFill>
            <a:prstDash val="dash"/>
          </a:ln>
        </p:spPr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CC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(Circular 22742): inicio de visita 09/10/2026.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2026-10-16T20:15:25Z</dcterms:created>
  <dcterms:modified xsi:type="dcterms:W3CDTF">2026-10-16T20:15:25Z</dcterms:modified>
</cp:coreProperties>
</file>