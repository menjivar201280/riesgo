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(Circ. 23486). Siguen Gobierno Corporativo el 23/10 y 30/10 (Circ. 22741) y el Plan de Recuperación el 03/11 (Circ.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9705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7111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8790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nota 22741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– notas 22741 y 23486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Gob. Corporativo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de Riesgo Específico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626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63240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712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y control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401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621024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621024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5112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Gob. Corporativo y Reputacional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580376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2.ª prueba de continuidad (01/10/2026)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acción Matriz 2026 y eventos TC / Orion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Externa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57200" y="4014216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416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51713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325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políticas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80376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perito, gestión electrónica y aviso a asociados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mutuo hipotecario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 y acta de sesión 29/08/2026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Proyectos: formularios, BIA, Procesos y página web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57200" y="5266944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66928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76986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577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580376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NRP-41 y CTRI-RECR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TC y reserva de saneamiento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créditos NRP-41 y TC de alto riesgo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41080" y="484632"/>
            <a:ext cx="164592" cy="164592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05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206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88136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0081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6259721" cy="0"/>
          </a:xfrm>
          <a:prstGeom prst="line">
            <a:avLst/>
          </a:prstGeom>
          <a:noFill/>
          <a:ln w="381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08361" y="2377440"/>
            <a:ext cx="4831951" cy="0"/>
          </a:xfrm>
          <a:prstGeom prst="line">
            <a:avLst/>
          </a:prstGeom>
          <a:noFill/>
          <a:ln w="38100">
            <a:solidFill>
              <a:srgbClr val="C3CF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696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25050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4466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4386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52821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52237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12157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80591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80007" y="2276856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9927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0836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8948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67697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3613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725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5467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663902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45030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23238" y="1371600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1091672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72800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51008" y="2688336"/>
            <a:ext cx="1481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80836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0544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0544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seguimiento al envío de pruebas de descargo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5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matriz y requerimiento enviado a las áreas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8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plan de solución de visitas anteriores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1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(Circ. 22742): visita iniciada el 09/10/2026, sin plazo de respuesta documentado. El estado de envío de cada requerimiento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2026-10-16T19:28:47Z</dcterms:created>
  <dcterms:modified xsi:type="dcterms:W3CDTF">2026-10-16T19:28:47Z</dcterms:modified>
</cp:coreProperties>
</file>