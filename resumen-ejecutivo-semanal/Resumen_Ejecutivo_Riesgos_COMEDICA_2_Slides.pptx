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(Circ. 23486). Siguen Gobierno Corporativo el 23/10 y 30/10 (Circ. 22741) y el Plan de Recuperación el 03/11 (Circ.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5341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5399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619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PLD/FT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03/11/2026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Riesgo Específico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127248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33375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438144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2461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77647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995928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995928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886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98264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709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809744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617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468112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779008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879592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687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(Circ. 22742): inicio de visita 09/10/2026.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2026-10-16T19:51:18Z</dcterms:created>
  <dcterms:modified xsi:type="dcterms:W3CDTF">2026-10-16T19:51:18Z</dcterms:modified>
</cp:coreProperties>
</file>