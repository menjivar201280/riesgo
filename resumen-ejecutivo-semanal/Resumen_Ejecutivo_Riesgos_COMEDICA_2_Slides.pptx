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(Circular 23486). Siguen Gobierno Corporativo el 23/10 y 30/10 (Circular 22741) y el Plan de Recuperación el 03/11 (Circular 22737).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15341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25399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206197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PLD/FT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16/10/2026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Gobierno Corporativo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23/10/2026 · Nuevas observaciones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30/10/2026 · Seguimiento de 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03/11/2026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DS-SABAO-BCS-BC-22741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DS-SABAO-BCS-BC-23486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resultados preliminares de Gestión de Riesgo Específico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gobierno corporativo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127248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33375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438144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32461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77647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995928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995928"/>
            <a:ext cx="1645920" cy="100584"/>
          </a:xfrm>
          <a:prstGeom prst="roundRect">
            <a:avLst>
              <a:gd name="adj" fmla="val 45455"/>
            </a:avLst>
          </a:prstGeom>
          <a:solidFill>
            <a:srgbClr val="F2B544"/>
          </a:solidFill>
          <a:ln w="12700">
            <a:solidFill>
              <a:srgbClr val="F2B54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886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312724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320040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580376" y="312724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320040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de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segunda prueba de Continuidad del Negocio realizada el 01.10.2026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planes de acción Matriz de Riesgos Institucional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eventos de riesgos por caídas de TC 25.09.2026 y Orion 26.09.2026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57200" y="4398264"/>
            <a:ext cx="2697480" cy="987552"/>
          </a:xfrm>
          <a:prstGeom prst="roundRect">
            <a:avLst>
              <a:gd name="adj" fmla="val 9259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7091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809744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6177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398264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471416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Procedimientos de Administración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7580376" y="4398264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471416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a perito valuador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documento mutuo hipotecario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acta de sesión de fecha 29/08/2026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57200" y="5468112"/>
            <a:ext cx="2697480" cy="987552"/>
          </a:xfrm>
          <a:prstGeom prst="roundRect">
            <a:avLst>
              <a:gd name="adj" fmla="val 9259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779008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879592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687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468112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541264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7580376" y="5468112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541264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0" y="484632"/>
            <a:ext cx="164592" cy="164592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76" y="521208"/>
            <a:ext cx="91440" cy="91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634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0469880" y="484632"/>
            <a:ext cx="164592" cy="164592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893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261872"/>
            <a:ext cx="5575227" cy="2267712"/>
          </a:xfrm>
          <a:prstGeom prst="roundRect">
            <a:avLst>
              <a:gd name="adj" fmla="val 4839"/>
            </a:avLst>
          </a:prstGeom>
          <a:solidFill>
            <a:srgbClr val="E5F2EA"/>
          </a:solidFill>
          <a:ln w="12700">
            <a:solidFill>
              <a:srgbClr val="E5F2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307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143000" y="2322576"/>
            <a:ext cx="9966960" cy="109728"/>
          </a:xfrm>
          <a:prstGeom prst="roundRect">
            <a:avLst>
              <a:gd name="adj" fmla="val 50000"/>
            </a:avLst>
          </a:prstGeom>
          <a:solidFill>
            <a:srgbClr val="D5DEE8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2322576"/>
            <a:ext cx="5675811" cy="109728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2313432"/>
            <a:ext cx="128016" cy="12801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71500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741714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13698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706" y="2313432"/>
            <a:ext cx="128016" cy="1280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33054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587931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5991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923" y="2313432"/>
            <a:ext cx="128016" cy="1280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7927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203371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07535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9363" y="2313432"/>
            <a:ext cx="128016" cy="12801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49471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 · 22741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81881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99939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11015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8434251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315379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72559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1004969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30819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34103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972800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10853928" y="2258568"/>
            <a:ext cx="237744" cy="237744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10264140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6818811" y="2542032"/>
            <a:ext cx="0" cy="566928"/>
          </a:xfrm>
          <a:prstGeom prst="line">
            <a:avLst/>
          </a:prstGeom>
          <a:noFill/>
          <a:ln w="19050">
            <a:solidFill>
              <a:srgbClr val="1F6FB2"/>
            </a:solidFill>
            <a:prstDash val="dash"/>
          </a:ln>
        </p:spPr>
      </p:sp>
      <p:sp>
        <p:nvSpPr>
          <p:cNvPr id="42" name="Shape 35"/>
          <p:cNvSpPr/>
          <p:nvPr/>
        </p:nvSpPr>
        <p:spPr>
          <a:xfrm>
            <a:off x="631589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31589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5" name="Shape 38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CC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resultados preliminares PLD/FT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0" name="Text 43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1" name="Shape 44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3" name="Text 46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4" name="Shape 47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6" name="Text 49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57" name="Text 50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(Circular 22742): inicio de visita 09/10/2026.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2026-10-16T20:12:18Z</dcterms:created>
  <dcterms:modified xsi:type="dcterms:W3CDTF">2026-10-16T20:12:18Z</dcterms:modified>
</cp:coreProperties>
</file>