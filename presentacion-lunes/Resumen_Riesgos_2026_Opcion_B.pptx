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12 veces: 3 auditorías internas, 1 externa y 8 visitas de la SSF. Seis temas los pidieron 2 o más entidades: hay que tenerlos siempre listos, sobre todo las Actas del Comité de Riesgos (NRP-20), que se pidieron 4 veces. NRP-20 es la norma más revisada (5 veces, 3 entidades). Octubre fue el mes de mayor carga: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¿Quién vino, cuántas veces y qué nos pidió?</a:t>
            </a:r>
          </a:p>
        </p:txBody>
      </p:sp>
      <p:sp>
        <p:nvSpPr>
          <p:cNvPr id="9" name="Entidad Auditoría Interna"/>
          <p:cNvSpPr/>
          <p:nvPr/>
        </p:nvSpPr>
        <p:spPr>
          <a:xfrm>
            <a:off x="54864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Build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7744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Interna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1565C0"/>
                </a:solidFill>
                <a:latin typeface="Century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18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8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May · Ago · Oct</a:t>
            </a:r>
          </a:p>
        </p:txBody>
      </p:sp>
      <p:sp>
        <p:nvSpPr>
          <p:cNvPr id="17" name="Entidad Auditoría Externa"/>
          <p:cNvSpPr/>
          <p:nvPr/>
        </p:nvSpPr>
        <p:spPr>
          <a:xfrm>
            <a:off x="347472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03320" y="2240280"/>
            <a:ext cx="548640" cy="548640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UserTi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37744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8912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Externa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8871E"/>
                </a:solidFill>
                <a:latin typeface="Century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10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6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Oct</a:t>
            </a:r>
          </a:p>
        </p:txBody>
      </p:sp>
      <p:sp>
        <p:nvSpPr>
          <p:cNvPr id="25" name="Entidad SSF"/>
          <p:cNvSpPr/>
          <p:nvPr/>
        </p:nvSpPr>
        <p:spPr>
          <a:xfrm>
            <a:off x="640080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29400" y="2240280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2377440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SSF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2E9E5B"/>
                </a:solidFill>
                <a:latin typeface="Century Gothic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8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10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Feb (2) · Jul · Ago (2) · Sep · Oct</a:t>
            </a:r>
          </a:p>
        </p:txBody>
      </p:sp>
      <p:sp>
        <p:nvSpPr>
          <p:cNvPr id="33" name="Total"/>
          <p:cNvSpPr/>
          <p:nvPr/>
        </p:nvSpPr>
        <p:spPr>
          <a:xfrm>
            <a:off x="9326880" y="2011680"/>
            <a:ext cx="2331720" cy="2240280"/>
          </a:xfrm>
          <a:prstGeom prst="roundRect">
            <a:avLst>
              <a:gd name="adj" fmla="val 8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224028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C3E8"/>
                </a:solidFill>
                <a:latin typeface="Arial"/>
              </a:rPr>
              <a:t>TOTAL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423160"/>
            <a:ext cx="187451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entury Gothic"/>
              </a:rPr>
              <a:t>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3182112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visitas y auditorías distintas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639312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D27A"/>
                </a:solidFill>
                <a:latin typeface="Arial"/>
              </a:rPr>
              <a:t>Octubre </a:t>
            </a:r>
            <a:r>
              <a:rPr sz="1100" b="0">
                <a:solidFill>
                  <a:srgbClr val="FFFFFF"/>
                </a:solidFill>
                <a:latin typeface="Arial"/>
              </a:rPr>
              <a:t>fue el mes más cargado: vinieron las 3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4462272"/>
            <a:ext cx="347472" cy="347472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aSyncA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" y="4549140"/>
            <a:ext cx="173736" cy="17373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5840" y="446227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6 temas los piden 2 o más entidades</a:t>
            </a:r>
            <a:r>
              <a:rPr sz="1300" b="0">
                <a:solidFill>
                  <a:srgbClr val="5B6B7B"/>
                </a:solidFill>
                <a:latin typeface="Arial"/>
              </a:rPr>
              <a:t>   →  tenerlos siempre listos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93776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501091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Actas Comité de Riesgos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55848" y="5047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55848" y="528523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  <a:latin typeface="Arial"/>
              </a:rPr>
              <a:t>4 veces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34256" y="493776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98848" y="501091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Pérdida Esperada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41464" y="5047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NCB-022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41464" y="528523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19872" y="493776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84464" y="501091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Clasificación de cartera, mora y reservas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927080" y="5047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NCB-022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27080" y="528523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66928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3232" y="574243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Remisiones a SSF / central de riesgos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55848" y="577900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NCB-022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5848" y="601675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34256" y="566928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98848" y="574243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Gobierno Corporativo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141464" y="577900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41464" y="601675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19872" y="5669280"/>
            <a:ext cx="3630168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84464" y="5742432"/>
            <a:ext cx="262432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927080" y="577900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27080" y="601675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65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