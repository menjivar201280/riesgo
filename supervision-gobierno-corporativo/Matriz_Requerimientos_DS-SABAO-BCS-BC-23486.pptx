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Secciones A y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  <p:pic>
        <p:nvPicPr>
          <p:cNvPr id="3" name="Image 0" descr="logo_comed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109728"/>
            <a:ext cx="1965960" cy="60350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2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5971032"/>
                <a:gridCol w="173736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Gestión de Riesgo de LDA/FT/FPADM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conformación y actualización de expedientes de clientes.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identificación de la actividad económica realizada por clientes.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Proceso de implementación de la Herramienta de Monitoreo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de la Entidad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Clientes o asociados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en el proceso de remisión de reportería regulada a la Web Service de UIF.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de la herramienta de validación de Listas de Cautela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evidencia en los porcentajes de avance comunicados en el cronograma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documentación conforme artículo22 de la NRP-23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informe elaborado en fecha 13 de diciembre de 2024, sobre proyecto de implementación de un nuevo sistema de monitoreo de LDA/FT/FPADM y del sistema de fraude de canales digitales.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Debilidades en el contrato del servicio de software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Legal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 en el Alcance de las Pruebas Continuidad del Negocio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Riesgos/Gerencia de sistemas/Seguridad de la información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los procedimientos de Respaldos.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de Sistemas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la hora del sistema y la herramienta de Monitoreo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Verificación de las condiciones en ACRM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de Accesos a los Datos de COMEDICA, alojada en la Herramienta de Monitoreo.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para identificar la base de datos de CRM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documentación que dé cumplimiento a lo requerido por el artículo 22 de la NRP-23 correspondiente a la adquisición del sistema CRM.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/Seguridad de la Información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tercerizados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Licda. Bonilla: 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8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cumplimiento: 30 de noviembre de 2026.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056632"/>
                <a:gridCol w="13716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seguimiento a observaciones de visitas anteriores con referencia al 31 de mayo de 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C.1.1. Gestión del Riesgo de Crédito.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Falta de eficacia en la subsanación de observaciones determinadas por el Departamento de Auditoría Interna.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28 2024 y AI 45 2024 Otorgamiento de Préstamos.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21 2024 y AI 26 2024 Otorgamiento de Tarjeta de Crédito.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Informes AI 32 2024; AI 37 2024 y AI 52 2024.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continuará con el seguimiento, solicitando nuevamente planes de acción con fechas plazo, a cada unidad responsable.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3: Seguimiento inoportuno de las observaciones por parte de Auditoría Interna.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la matriz de seguimiento de informes.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C.1.2. Gestión de Riesgo Operacional y Tecnológico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Seguimiento a informes de observaciones del Comité de Auditoría y de Auditoría Interna durante el período 2023.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 : Parciamente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realizará nuevamente el seguimiento de las observaciones pendientes de solventar en las Actas: 173 y 175;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Verificacion de las Normas Técnicas para la Gestión de los Riesgos de Lavado de Dinero y de Activos, Financiacion del Terrorismo y la Financiacion de la Proliferacion de Armas de Destruccion Masiva (NRP-36), con referencia al 31 de mayo de 2025, comunicadas mediante nota No. DS-SABAO-BCS-BC-18445 del 30 de octubre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1. Falta de aplicación del factor de riesgo empleados.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Oficialía de Cumplimiento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4. Seguimiento de observaciones de Auditoría Interna de años anteriores no subsanadas.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C.3.1. Gestión de riesgo de Liquidez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elementos en el plan de contingencia.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Inconsistencia en los roles y responsabilidades asignados en la elaboración del Plan de Contingencia de Liquidez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C.3.2. Gestión de riesgo Operacional y Tecnológico.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actualización de normativa interna relacionada la gestión de Riesgo Operacional y Tecnológico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Parcialmente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agrega documentos actualizados, según detalle: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Gestión de Riesgo Operacional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de Administración de Riesgo Tecnológico.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presentar al Comité de Riesgos: Política de contratación de servicios críticos tercerizados.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 actualizar el BIA en noviembre 2026, siendo esa fecha en la que se incorporará lo solicitado.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2026-10-14T16:55:03Z</dcterms:created>
  <dcterms:modified xsi:type="dcterms:W3CDTF">2026-10-14T16:55:03Z</dcterms:modified>
</cp:coreProperties>
</file>