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para proyectar. El texto completo de las secciones A y B está en la diapositiva oculta del anexo, al final del archivo.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 (versión corta). Secciones A y B. 'Comentario CA: 14/10/2026 Compromiso' se muestra como 'Pendiente'.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pic>
        <p:nvPicPr>
          <p:cNvPr id="3" name="Image 0" descr="logo_comed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graphicFrame>
        <p:nvGraphicFramePr>
          <p:cNvPr id="2" name="Tabla A y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49808"/>
          <a:ext cx="1136873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3383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B.3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B.4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B.5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B.6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20… (ver anexo)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B.7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medio… (ver anexo)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B.8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B.9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de Sistemas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B.10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B.13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B.14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B.15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056632"/>
                <a:gridCol w="13716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 · Anexo A y B (texto completo)</a:t>
            </a:r>
            <a:endParaRPr lang="en-US" sz="2000" dirty="0"/>
          </a:p>
        </p:txBody>
      </p:sp>
      <p:sp>
        <p:nvSpPr>
          <p:cNvPr id="3" name="Sección A"/>
          <p:cNvSpPr txBox="1"/>
          <p:nvPr/>
        </p:nvSpPr>
        <p:spPr>
          <a:xfrm>
            <a:off x="411480" y="694944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A. Gestión de Riesgo de LDA/FT/FPADM</a:t>
            </a:r>
            <a:endParaRPr lang="en-US" sz="1100" dirty="0"/>
          </a:p>
        </p:txBody>
      </p:sp>
      <p:graphicFrame>
        <p:nvGraphicFramePr>
          <p:cNvPr id="4" name="Tabla sección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9264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A.1  Deficiencias en la conformación y actualización de expedientes de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A.2  Deficiencias en la identificación de la actividad económica realizada por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ección B"/>
          <p:cNvSpPr txBox="1"/>
          <p:nvPr/>
        </p:nvSpPr>
        <p:spPr>
          <a:xfrm>
            <a:off x="411480" y="1627632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B. Proceso de implementación de la Herramienta de Monitoreo</a:t>
            </a:r>
            <a:endParaRPr lang="en-US" sz="1100" dirty="0"/>
          </a:p>
        </p:txBody>
      </p:sp>
      <p:graphicFrame>
        <p:nvGraphicFramePr>
          <p:cNvPr id="7" name="Tabla sección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901952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  Falta de actualización de Metodología y matriz de riesgo LA/FT/FPADM de la Entidad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B.2  Falta de actualización de Metodología y matriz de riesgo LA/FT/FPADM Clientes o asociados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B.3  Falta de automatización en el proceso de remisión de reportería regulada a la Web Service de UIF.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B.4  Falta de Automatización de la herramienta de validación de Listas de Cautela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B.5  Falta de evidencia en los porcentajes de avance comunicados en el cronograma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B.6  Revisión documentación conforme artículo22 de la NRP-23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B.7  Debilidades en el contrato del servicio de software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B.8  Debilidad en el Alcance de las Pruebas Continuidad del Negocio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B.9  Deficiencia en los procedimientos de Respaldos.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B.10  Deficiencia en la hora del sistema y la herramienta de Monitoreo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B.11  Verificación de las condiciones en ACRM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B.12  Limitante de Accesos a los Datos de COMEDICA, alojada en la Herramienta de Monitoreo.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B.13  Limitante para identificar la base de datos de 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B.14  Falta de documentación que dé cumplimiento a lo requerido por el artículo 22 de la NRP-23 correspondiente a la adquisición del sistema CRM.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B.15  Servicios tercerizados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2026-10-14T17:10:57Z</dcterms:created>
  <dcterms:modified xsi:type="dcterms:W3CDTF">2026-10-14T17:10:57Z</dcterms:modified>
</cp:coreProperties>
</file>