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Secciones A y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Sección B (continuación).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 (continuación).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pic>
        <p:nvPicPr>
          <p:cNvPr id="3" name="Image 0" descr="logo_comed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65836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accent5"/>
                </a:solidFill>
              </a:rPr>
              <a:t>COMEDICA de R.L.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2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5303520"/>
                <a:gridCol w="1856232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5760720"/>
                <a:gridCol w="1856232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CA: 14/10/2026 Compromiso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4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873752"/>
                <a:gridCol w="155448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</a:t>
            </a:r>
            <a:endParaRPr lang="en-US" sz="2000" dirty="0"/>
          </a:p>
        </p:txBody>
      </p:sp>
      <p:graphicFrame>
        <p:nvGraphicFramePr>
          <p:cNvPr id="5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4873752"/>
                <a:gridCol w="155448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83680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2026-10-14T16:53:12Z</dcterms:created>
  <dcterms:modified xsi:type="dcterms:W3CDTF">2026-10-14T16:53:12Z</dcterms:modified>
</cp:coreProperties>
</file>