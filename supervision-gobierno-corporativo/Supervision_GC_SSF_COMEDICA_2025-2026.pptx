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053381d0-761d-f6b6-f977-fde5b3573169}">
          <p14:sldIdLst>
            <p14:sldId id="256"/>
          </p14:sldIdLst>
        </p14:section>
        <p14:section name="2 · Observaciones 2025" id="{f51dc04f-8995-6099-0852-0281e2725331}">
          <p14:sldIdLst>
            <p14:sldId id="257"/>
          </p14:sldIdLst>
        </p14:section>
        <p14:section name="3 · Observaciones 2026" id="{ced64fc8-b254-a65e-7087-8f0096c56593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4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5" name="Visita 2025"/>
          <p:cNvSpPr txBox="1"/>
          <p:nvPr/>
        </p:nvSpPr>
        <p:spPr>
          <a:xfrm>
            <a:off x="4160520" y="320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Comités sin personal ejecutivo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39" name="Visita 2026"/>
          <p:cNvSpPr txBox="1"/>
          <p:nvPr/>
        </p:nvSpPr>
        <p:spPr>
          <a:xfrm>
            <a:off x="4160520" y="33649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Inducción sobre partidas de EEFF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Estatutos vs. Código de GC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2026-10-13T20:45:38Z</dcterms:created>
  <dcterms:modified xsi:type="dcterms:W3CDTF">2026-10-13T20:45:38Z</dcterms:modified>
</cp:coreProperties>
</file>