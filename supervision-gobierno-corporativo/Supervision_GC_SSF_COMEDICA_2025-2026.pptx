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RESULTADO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VISITA 2026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B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7 observaciones nuevas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Recepción  </a:t>
            </a:r>
            <a:r>
              <a:rPr sz="1050" b="1">
                <a:solidFill>
                  <a:srgbClr val="142033"/>
                </a:solidFill>
              </a:rPr>
              <a:t>09/10/2026</a:t>
            </a:r>
            <a:r>
              <a:rPr sz="1050" b="0">
                <a:solidFill>
                  <a:srgbClr val="586579"/>
                </a:solidFill>
              </a:rPr>
              <a:t>   ·   Descargos vencen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2 observaciones en seguimiento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Obs. 3 y 5 de 2025   ·   Plan de solución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9 observaciones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Recepción  </a:t>
            </a:r>
            <a:r>
              <a:rPr sz="1050" b="1">
                <a:solidFill>
                  <a:srgbClr val="142033"/>
                </a:solidFill>
              </a:rPr>
              <a:t>05/11/2025</a:t>
            </a:r>
            <a:r>
              <a:rPr sz="1050" b="0">
                <a:solidFill>
                  <a:srgbClr val="586579"/>
                </a:solidFill>
              </a:rPr>
              <a:t>   ·   Descargos 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2 con seguimiento en 2026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Obs. 3 y 5   ·   Revisadas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399032"/>
            <a:ext cx="2738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148840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Responsable  </a:t>
            </a:r>
            <a:r>
              <a:rPr lang="en-US" sz="95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Descargo  </a:t>
            </a:r>
            <a:r>
              <a:rPr lang="en-US" sz="95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399032"/>
            <a:ext cx="2738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148840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Responsable  </a:t>
            </a:r>
            <a:r>
              <a:rPr lang="en-US" sz="95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Descargo  </a:t>
            </a:r>
            <a:r>
              <a:rPr lang="en-US" sz="950" dirty="0">
                <a:solidFill>
                  <a:schemeClr val="tx1"/>
                </a:solidFill>
              </a:rPr>
              <a:t>Punto de Acta 2579 (28/04/2025): se derogó el convenio de confidencialidad del Consejo de Administración, Junta de Vigilancia y miembros de comités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399032"/>
            <a:ext cx="2738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148840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Responsable  </a:t>
            </a:r>
            <a:r>
              <a:rPr lang="en-US" sz="95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Descargo  </a:t>
            </a:r>
            <a:r>
              <a:rPr lang="en-US" sz="95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36392"/>
            <a:ext cx="2738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86200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Responsable  </a:t>
            </a:r>
            <a:r>
              <a:rPr lang="en-US" sz="95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Descargo  </a:t>
            </a:r>
            <a:r>
              <a:rPr lang="en-US" sz="95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36392"/>
            <a:ext cx="2738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86200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Responsable  </a:t>
            </a:r>
            <a:r>
              <a:rPr lang="en-US" sz="950" dirty="0">
                <a:solidFill>
                  <a:schemeClr val="tx1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Descargo  </a:t>
            </a:r>
            <a:r>
              <a:rPr lang="en-US" sz="95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36392"/>
            <a:ext cx="2738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86200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Responsable  </a:t>
            </a:r>
            <a:r>
              <a:rPr lang="en-US" sz="95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Descargo  </a:t>
            </a:r>
            <a:r>
              <a:rPr lang="en-US" sz="95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873752"/>
            <a:ext cx="2738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623560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Responsable  </a:t>
            </a:r>
            <a:r>
              <a:rPr lang="en-US" sz="95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Descargo  </a:t>
            </a:r>
            <a:r>
              <a:rPr lang="en-US" sz="95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873752"/>
            <a:ext cx="2738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623560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Responsable  </a:t>
            </a:r>
            <a:r>
              <a:rPr lang="en-US" sz="950" dirty="0">
                <a:solidFill>
                  <a:schemeClr val="tx1"/>
                </a:solidFill>
              </a:rPr>
              <a:t>Gerencia Administrativa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Descargo  </a:t>
            </a:r>
            <a:r>
              <a:rPr lang="en-US" sz="95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873752"/>
            <a:ext cx="2738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623560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Responsable  </a:t>
            </a:r>
            <a:r>
              <a:rPr lang="en-US" sz="95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5"/>
                </a:solidFill>
              </a:rPr>
              <a:t>Descargo  </a:t>
            </a:r>
            <a:r>
              <a:rPr lang="en-US" sz="95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21408"/>
            <a:ext cx="23987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715768"/>
            <a:ext cx="23987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21408"/>
            <a:ext cx="23987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715768"/>
            <a:ext cx="23987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21408"/>
            <a:ext cx="23987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715768"/>
            <a:ext cx="23987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21408"/>
            <a:ext cx="23987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715768"/>
            <a:ext cx="23987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75888"/>
            <a:ext cx="23987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70248"/>
            <a:ext cx="23987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75888"/>
            <a:ext cx="23987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70248"/>
            <a:ext cx="23987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75888"/>
            <a:ext cx="23987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70248"/>
            <a:ext cx="23987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