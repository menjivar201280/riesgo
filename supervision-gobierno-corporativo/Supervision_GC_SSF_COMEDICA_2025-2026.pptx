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En enero de 2026 se remitieron las declaraciones juradas de los miembros del Consejo de Administración y del equipo gerencial, conforme a la normativa vigente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