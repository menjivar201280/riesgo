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evidenció el otorgamiento de los créditos con la resolución y la referencia de la feria de créditos sobre la cual se aprobaron, y se ha dado cumplimiento con base en el Acuerdo del Consejo de Administración que lo autoriza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En enero se remitieron las declaraciones juradas de los miembros del Consejo de Administración y del equipo gerencial, conforme a la normativa vigente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