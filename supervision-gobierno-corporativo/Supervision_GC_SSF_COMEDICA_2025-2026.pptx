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RESULTADO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VISITA 2026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B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7 observaciones nuevas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09/10/2026</a:t>
            </a:r>
            <a:r>
              <a:rPr sz="1050" b="0">
                <a:solidFill>
                  <a:srgbClr val="586579"/>
                </a:solidFill>
              </a:rPr>
              <a:t>   ·   Descargos vencen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observaciones en seguimiento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de 2025   ·   Plan de solución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9 observaciones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05/11/2025</a:t>
            </a:r>
            <a:r>
              <a:rPr sz="1050" b="0">
                <a:solidFill>
                  <a:srgbClr val="586579"/>
                </a:solidFill>
              </a:rPr>
              <a:t>   ·   Descargos 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con seguimiento en 2026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  ·   Revisadas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