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Comités sin personal ejecutivo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r>
              <a:rPr lang="en-US" sz="950" dirty="0">
                <a:solidFill>
                  <a:schemeClr val="tx1"/>
                </a:solidFill>
              </a:rPr>
              <a:t>Inducción sobre estados financieros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r>
              <a:rPr lang="en-US" sz="950" dirty="0">
                <a:solidFill>
                  <a:schemeClr val="tx1"/>
                </a:solidFill>
              </a:rPr>
              <a:t>Integración de Comités de Apoyo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