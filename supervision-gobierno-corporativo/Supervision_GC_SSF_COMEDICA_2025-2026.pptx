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274dc936-8f47-9020-68c2-a3006cb3f2dd}">
          <p14:sldIdLst>
            <p14:sldId id="256"/>
          </p14:sldIdLst>
        </p14:section>
        <p14:section name="2 · Observaciones 2025" id="{900813a9-6b02-a453-8ef4-21ed10ae526d}">
          <p14:sldIdLst>
            <p14:sldId id="257"/>
          </p14:sldIdLst>
        </p14:section>
        <p14:section name="3 · Observaciones 2026" id="{b0d7eb78-6bba-0edc-3e48-97ffc1d1f42c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recepción, archivo RESPUESTA SSF NOTA DS-SABAO-BCS-BC-17003).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4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5" name="Visita 2025"/>
          <p:cNvSpPr txBox="1"/>
          <p:nvPr/>
        </p:nvSpPr>
        <p:spPr>
          <a:xfrm>
            <a:off x="4160520" y="320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3" name="Grupo 2025-2-0"/>
          <p:cNvSpPr txBox="1"/>
          <p:nvPr/>
        </p:nvSpPr>
        <p:spPr>
          <a:xfrm>
            <a:off x="7406640" y="169164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9 OBSERVACIONES</a:t>
            </a:r>
            <a:endParaRPr lang="en-US" sz="900" dirty="0"/>
          </a:p>
        </p:txBody>
      </p:sp>
      <p:sp>
        <p:nvSpPr>
          <p:cNvPr id="34" name="Lista 2025-2-0"/>
          <p:cNvSpPr txBox="1"/>
          <p:nvPr/>
        </p:nvSpPr>
        <p:spPr>
          <a:xfrm>
            <a:off x="7406640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Política de Operaciones Vinculadas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Confidencialidad e inducción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3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Comités sin personal ejecutivo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Pago de dietas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5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Normativa interna desactualizada</a:t>
            </a:r>
            <a:endParaRPr lang="en-US" sz="1000" dirty="0"/>
          </a:p>
        </p:txBody>
      </p:sp>
      <p:sp>
        <p:nvSpPr>
          <p:cNvPr id="35" name="Lista 2025-2-1"/>
          <p:cNvSpPr txBox="1"/>
          <p:nvPr/>
        </p:nvSpPr>
        <p:spPr>
          <a:xfrm>
            <a:off x="9456268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Soporte de Ferias de Crédito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7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Declaración jurada (NRP-75)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8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Manual de Compras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9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Uso del Fondo de Educación</a:t>
            </a:r>
            <a:endParaRPr lang="en-US" sz="1000" dirty="0"/>
          </a:p>
        </p:txBody>
      </p:sp>
      <p:sp>
        <p:nvSpPr>
          <p:cNvPr id="36" name="Nota rojo"/>
          <p:cNvSpPr txBox="1"/>
          <p:nvPr/>
        </p:nvSpPr>
        <p:spPr>
          <a:xfrm>
            <a:off x="9456268" y="2935224"/>
            <a:ext cx="1939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En rojo: con seguimiento de la SSF en 2026</a:t>
            </a:r>
            <a:endParaRPr lang="en-US" sz="900" dirty="0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39" name="Visita 2026"/>
          <p:cNvSpPr txBox="1"/>
          <p:nvPr/>
        </p:nvSpPr>
        <p:spPr>
          <a:xfrm>
            <a:off x="4160520" y="33649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7" name="Grupo 2026-2-0"/>
          <p:cNvSpPr txBox="1"/>
          <p:nvPr/>
        </p:nvSpPr>
        <p:spPr>
          <a:xfrm>
            <a:off x="7406640" y="4736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</a:rPr>
              <a:t>7 NUEVAS · ANEXO A</a:t>
            </a:r>
            <a:endParaRPr lang="en-US" sz="900" dirty="0"/>
          </a:p>
        </p:txBody>
      </p:sp>
      <p:sp>
        <p:nvSpPr>
          <p:cNvPr id="68" name="Lista 2026-2-0"/>
          <p:cNvSpPr txBox="1"/>
          <p:nvPr/>
        </p:nvSpPr>
        <p:spPr>
          <a:xfrm>
            <a:off x="7406640" y="498348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1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Inducción sobre estados financieros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2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Certificación del Código de Conducta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3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Políticas sin aprobar por el Consejo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4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Sitio web de comités desactualizado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5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Integración de Comités de Apoyo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6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Reglamento del Fondo de Educación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7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Transparencia ante la Asamblea</a:t>
            </a:r>
            <a:endParaRPr lang="en-US" sz="950" dirty="0"/>
          </a:p>
        </p:txBody>
      </p:sp>
      <p:sp>
        <p:nvSpPr>
          <p:cNvPr id="69" name="Grupo 2026-2-1"/>
          <p:cNvSpPr txBox="1"/>
          <p:nvPr/>
        </p:nvSpPr>
        <p:spPr>
          <a:xfrm>
            <a:off x="9692640" y="4736592"/>
            <a:ext cx="1721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2 EN SEGUIMIENTO</a:t>
            </a:r>
            <a:endParaRPr lang="en-US" sz="900" dirty="0"/>
          </a:p>
        </p:txBody>
      </p:sp>
      <p:sp>
        <p:nvSpPr>
          <p:cNvPr id="70" name="Lista 2026-2-1"/>
          <p:cNvSpPr txBox="1"/>
          <p:nvPr/>
        </p:nvSpPr>
        <p:spPr>
          <a:xfrm>
            <a:off x="9692640" y="4983480"/>
            <a:ext cx="17035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3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Comités sin ejecutivos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No superada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5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Normativa interna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 para aprobación del Consejo de Administración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2579 del Consejo de Administración: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estados financieros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2026-10-13T21:22:47Z</dcterms:created>
  <dcterms:modified xsi:type="dcterms:W3CDTF">2026-10-13T21:22:47Z</dcterms:modified>
</cp:coreProperties>
</file>