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Fecha etiqueta 2025-2-0"/>
          <p:cNvSpPr txBox="1"/>
          <p:nvPr/>
        </p:nvSpPr>
        <p:spPr>
          <a:xfrm>
            <a:off x="6263640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RESULTADO</a:t>
            </a:r>
            <a:endParaRPr lang="en-US" sz="800" dirty="0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6" name="Fecha etiqueta 2025-2-1"/>
          <p:cNvSpPr txBox="1"/>
          <p:nvPr/>
        </p:nvSpPr>
        <p:spPr>
          <a:xfrm>
            <a:off x="6263640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VISITA 2026</a:t>
            </a:r>
            <a:endParaRPr lang="en-US" sz="8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B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7 observaciones nuevas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Recepción  </a:t>
            </a:r>
            <a:r>
              <a:rPr sz="1050" b="1">
                <a:solidFill>
                  <a:srgbClr val="142033"/>
                </a:solidFill>
              </a:rPr>
              <a:t>09/10/2026</a:t>
            </a:r>
            <a:r>
              <a:rPr sz="1050" b="0">
                <a:solidFill>
                  <a:srgbClr val="586579"/>
                </a:solidFill>
              </a:rPr>
              <a:t>   ·   Descargos vencen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2 observaciones en seguimiento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Obs. 3 y 5 de 2025   ·   Plan de solución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728216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9 observaciones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Recepción  </a:t>
            </a:r>
            <a:r>
              <a:rPr sz="1050" b="1">
                <a:solidFill>
                  <a:srgbClr val="142033"/>
                </a:solidFill>
              </a:rPr>
              <a:t>05/11/2025</a:t>
            </a:r>
            <a:r>
              <a:rPr sz="1050" b="0">
                <a:solidFill>
                  <a:srgbClr val="586579"/>
                </a:solidFill>
              </a:rPr>
              <a:t>   ·   Descargos enviados  </a:t>
            </a:r>
            <a:r>
              <a:rPr sz="1050" b="1">
                <a:solidFill>
                  <a:srgbClr val="142033"/>
                </a:solidFill>
              </a:rPr>
              <a:t>18/11/2025</a:t>
            </a:r>
          </a:p>
        </p:txBody>
      </p:sp>
      <p:cxnSp>
        <p:nvCxnSpPr>
          <p:cNvPr id="83" name="Separador resultados 2025"/>
          <p:cNvCxnSpPr/>
          <p:nvPr/>
        </p:nvCxnSpPr>
        <p:spPr>
          <a:xfrm>
            <a:off x="7406640" y="2395728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sumen seguimiento 2025"/>
          <p:cNvSpPr txBox="1"/>
          <p:nvPr/>
        </p:nvSpPr>
        <p:spPr>
          <a:xfrm>
            <a:off x="7406640" y="2514600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2 con seguimiento en 2026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Obs. 3 y 5   ·   Revisadas en la visita 2026 (Anexo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creará la política para aprobación del Consejo de Administración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Acta 2579 del Consejo de Administración: fechas de inducción aprobadas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enviaron resoluciones y acuerdos del Consejo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Administrativa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r>
              <a:rPr lang="en-US" sz="10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estados financieros a nuevos miembros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