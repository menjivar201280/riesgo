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4592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DS-SABAO-BCS-BC-17003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05/11/2025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78308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69087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DS-SABAO-BCS-BC-22741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09/10/2026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82803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91947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541264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632704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9019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9 observaciones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En enero de 2025 se remitieron las declaraciones juradas de los miembros del Consejo de Administración y del equipo gerencial, conforme a la normativa vigente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Las compras fueron debidamente autorizadas y respaldadas, se incorporó la documentación faltante y se fortaleció la revisión jurídica de contratos, según los Anexos 10 al 13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 de fecha 7 de abril de 2025)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