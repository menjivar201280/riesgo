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29844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1907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3774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79806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están desactualizados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evidenció el otorgamiento de los créditos con la resolución y la referencia de la feria de créditos sobre la cual se aprobaron, y se ha dado cumplimiento con base en el Acuerdo del Consejo de Administración que lo autoriza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En enero de 2025 se remitieron las declaraciones juradas de los miembros del Consejo de Administración y del equipo gerencial, conforme a la normativa vigente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Las compras fueron debidamente autorizadas y respaldadas, se incorporó la documentación faltante y se fortaleció la revisión jurídica de contratos, según los Anexos 10 al 13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