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29844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1907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3774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79806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379976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09744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SEGUIMIENTO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5896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8887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2025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Descargos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Plazo de 10 días hábiles  ·  vence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  <a:r>
              <a:rPr sz="1050" b="0">
                <a:solidFill>
                  <a:srgbClr val="586579"/>
                </a:solidFill>
              </a:rPr>
              <a:t/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 de 2025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Plan de solución en 15 días hábiles  · 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Descargos presentados a la SSF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  <a:r>
              <a:rPr sz="1050" b="0">
                <a:solidFill>
                  <a:srgbClr val="586579"/>
                </a:solidFill>
              </a:rPr>
              <a:t>   ·   Constancia de recepción SSF</a:t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Revisadas por la SSF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Fue aprobada la modificación al Reglamento de Compensaciones Económicas para Directivos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están desactualizados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evidenció el otorgamiento de los créditos con la resolución y la referencia de la feria de créditos sobre la cual se aprobaron, y se ha dado cumplimiento con base en el Acuerdo del Consejo de Administración que lo autoriza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En enero de 2025 se remitieron las declaraciones juradas de los miembros del Consejo de Administración y del equipo gerencial, conforme a la normativa vigente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Las compras fueron debidamente autorizadas y respaldadas, se incorporó la documentación faltante y se fortaleció la revisión jurídica de contratos, según los Anexos 10 al 13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 de fecha 7 de abril de 2025)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